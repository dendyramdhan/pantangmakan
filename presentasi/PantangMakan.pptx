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Sampul. Sebut nama app, jalur tim, dan lima nama Grup 5. Langsung ke masalah. Jangan perkenalan panjang.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ini tidak dinilai. Sebut nama saja. Pekerjaan dan peran masih kosong, jangan mengarang.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Jangan isi pekerjaan atau peran kalau belum disepakati.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Mulai dari cerita satu pengguna sungguhan sebelum fitur. Sebut nama dan pantangannya, jangan dikarang.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cerita satu pengguna sebelum fitur (syarat D4 Skilled). Sebut nama dan pantangan pengguna sungguhan yang kalian kenal, jangan dikarang. Lalu: pilih pantangan sekali, foto, baca satu kalimat. Dampak lain: arachis hypogaea dikenali sebagai kacang.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Sebut kelompoknya: dua diajarkan (Create ML, Foundation Models) dan dua side-app (baca teks dari foto, API). Jangan bilang semuanya on-device. Di layar hasil, tunjuk bagian HASIL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Urutan di app: foto, Vision membaca teks, Create ML memberi label yang tampil di HASIL AI, lalu Foundation Models menyusun kalimat. API Dicoding dipakai kalau model Apple tidak ada. Kalimat dari model dicek dulu; kalau tidak lolos, app memakai kalimat dari daftar kata. Contoh: pilih kacang, ada arachis di komposisi: Ada kacang di komposisi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Saat bagian ini, pindah ke iPhone. Urutan: happy path merah, foto ulang jadi hijau, lalu foto yang bukan komposisi ditolak. Jangan tutup app di antara foto pertama dan kedua.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iPhone: pilih kacang dan pemanis, foto komposisi yang memuat kacang dan gula. Lalu tekan Ubah, pilih garam, dan foto komposisi teh: kartu hijau. Terakhir foto depan kemasan: Ditolak. Izin kamera ditolak juga bisa ditunjukkan: pita kiri dan Buka Pengaturan.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foto label sungguhan, 8 benar. Dua yang salah karena kalimat dapat mengandung ikut terbaca.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 foto: Open Food Facts, 10 produk Indonesia (Teh Pucuk, Ultra Milk, Oat M*lk, Indomie, Oreo, Energen, Superco, Choki Choki, Del Monte BBQ, Roma Kelapa). Detail di validasi/HASIL.md. Gagal kedua: Oat M*lk, kacang terbaca dari catatan peralatan produksi.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langkah berikutnya saja. Jangan bahas bisnis atau pasar.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kalimat penutup: kalimat dapat mengandung kami pisahkan jadi peringatan, lalu dua kemasan yang gagal dicoba lagi. Tidak ada slide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Tim  ·  Grup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PantangMakan.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772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komposisinya, langsung tahu ada pantanganmu atau tidak.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4114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Fajar Wira Azdi    ·    Ahmad Syafiq Kamil    ·    Dendy Ramdhan Fauzy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Arrizal    ·    Zuber Khatib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 Kami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 Kami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11155680" cy="420624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3200400"/>
              </a:tblGrid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Pekerjaan saat ini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 di tim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Muhammad Fajar Wira Azdi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Ahmad Syafiq Kamil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Dendy Ramdhan Fauzy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Mohamad Arrizal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Zuber Khatib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 yang Kami Selesaikan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 yang Kami Selesaikan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52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60020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 yang punya pantangan makan, karena alergi atau pilihan sendiri.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09360" y="1051560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252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0" y="160020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Huruf daftar komposisi di kemasan terlalu kecil, jadi bahan pantangan terlewat.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" y="2715768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1693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Asal masalah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264408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pengguna yang punya pantangan: tiap belanja, ia membalik bungkus dan membaca huruf kecil satu per satu.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2715768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91693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app menyelesaikannya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0" y="3264408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pantangan sekali, foto komposisinya, lalu baca satu kalimat: ada pantanganmu atau tidak.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4379976"/>
            <a:ext cx="11338560" cy="1481328"/>
          </a:xfrm>
          <a:prstGeom prst="roundRect">
            <a:avLst>
              <a:gd name="adj" fmla="val 7407"/>
            </a:avLst>
          </a:prstGeom>
          <a:solidFill>
            <a:srgbClr val="E3F5E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58114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73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lain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92861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bahan asing ikut dikenali. Arachis hypogaea terbaca sebagai kacang, jadi pengguna tidak perlu hafal nama Latin atau Inggrisnya.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 Berbasis AI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 Berbasis AI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Side-app  ·  baca teks dari foto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huruf di foto, bahasa Indonesia dan Inggris. Hanya teks di bawah judul Komposisi, Ingredients, atau Daftar bahan.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9" name="Text 7"/>
          <p:cNvSpPr/>
          <p:nvPr/>
        </p:nvSpPr>
        <p:spPr>
          <a:xfrm>
            <a:off x="358444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8444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Diajarkan  ·  sesi 1.3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8444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 ML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8444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buatan kami menebak jenis pantangan dari teks komposisi. Hasilnya tampil di layar, misalnya kacang 92%.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14" name="Text 12"/>
          <p:cNvSpPr/>
          <p:nvPr/>
        </p:nvSpPr>
        <p:spPr>
          <a:xfrm>
            <a:off x="651052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51052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Diajarkan  ·  sesi 2.6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1052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 Models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1052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bahasa bawaan Apple Intelligence menyusun kalimat hasilnya, misalnya “Ada kacang di komposisi ini.”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23544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19" name="Text 17"/>
          <p:cNvSpPr/>
          <p:nvPr/>
        </p:nvSpPr>
        <p:spPr>
          <a:xfrm>
            <a:off x="943660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943660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Side-app  ·  model di server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43660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Dicoding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43660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model Apple tidak tersedia, model di server Dicoding yang menyusun kalimatnya. Kalau internet mati, kalimat tetap keluar dan ada tombol Coba lagi.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Produk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Produk</a:t>
            </a:r>
            <a:endParaRPr lang="en-US" sz="3200" dirty="0"/>
          </a:p>
        </p:txBody>
      </p:sp>
      <p:pic>
        <p:nvPicPr>
          <p:cNvPr id="3" name="Image 0" descr="Happy pat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48259" y="987552"/>
            <a:ext cx="2042361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511099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 path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419659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kacang dan pemanis.</a:t>
            </a:r>
            <a:endParaRPr lang="en-US" sz="1200" dirty="0"/>
          </a:p>
        </p:txBody>
      </p:sp>
      <p:pic>
        <p:nvPicPr>
          <p:cNvPr id="6" name="Image 1" descr="Foto lagi tanpa menutup ap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74667" y="987552"/>
            <a:ext cx="2042361" cy="4434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37507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lagi tanpa menutup app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846067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ditemukan garam.</a:t>
            </a:r>
            <a:endParaRPr lang="en-US" sz="1200" dirty="0"/>
          </a:p>
        </p:txBody>
      </p:sp>
      <p:pic>
        <p:nvPicPr>
          <p:cNvPr id="9" name="Image 2" descr="Unhappy path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01076" y="987552"/>
            <a:ext cx="2042361" cy="4434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63916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 path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272476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Ditolak, bukan daftar komposisi.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Validasi Produk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Validasi Produk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yang dicoba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5895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foto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58952" y="25146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komposisi produk Indonesia, enam pantangan dipilih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8" name="Text 6"/>
          <p:cNvSpPr/>
          <p:nvPr/>
        </p:nvSpPr>
        <p:spPr>
          <a:xfrm>
            <a:off x="459943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Berhasil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943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dari 10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99432" y="25146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Pantangan yang disebut sama dengan isi label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8388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12" name="Text 10"/>
          <p:cNvSpPr/>
          <p:nvPr/>
        </p:nvSpPr>
        <p:spPr>
          <a:xfrm>
            <a:off x="843991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yang gagal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3991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Superco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439912" y="25146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“Dapat mengandung telur dan kacang” dihitung sebagai bahan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111556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794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learned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420624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Kedua kegagalan punya sebab yang sama: kalimat peringatan di bawah komposisi, seperti “dapat mengandung” atau “diproses dengan peralatan yang juga memproses kacang”, ikut terbaca sebagai bahan.</a:t>
            </a:r>
            <a:endParaRPr lang="en-US" sz="2000" dirty="0"/>
          </a:p>
        </p:txBody>
      </p:sp>
      <p:pic>
        <p:nvPicPr>
          <p:cNvPr id="18" name="Image 0" descr="Label komposisi Superco dengan kalimat Dapat mengandung telur, kedelai dan kaca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92440" y="3749040"/>
            <a:ext cx="2743200" cy="17830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092440" y="55595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Open Food Facts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Rencana Pengembangan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Rencana Pengembangan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11155680" cy="3291840"/>
          </a:xfrm>
          <a:prstGeom prst="roundRect">
            <a:avLst>
              <a:gd name="adj" fmla="val 3333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91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berikutnya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Pisahkan kalimat “dapat mengandung”.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30632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Bahan di daftar komposisi tetap jadi kartu merah. Kalimat “dapat mengandung”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jadi peringatan terpisah, lalu Superco dan Oat M*lk dicoba lagi.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PantangMakan</dc:title>
  <dc:subject>Challenge Day 3 · Jalur Tim</dc:subject>
  <dc:creator>Grup 5</dc:creator>
  <cp:lastModifiedBy>Grup 5</cp:lastModifiedBy>
  <cp:revision>1</cp:revision>
  <dcterms:created xsi:type="dcterms:W3CDTF">2026-10-17T02:30:42Z</dcterms:created>
  <dcterms:modified xsi:type="dcterms:W3CDTF">2026-10-17T02:30:42Z</dcterms:modified>
</cp:coreProperties>
</file>