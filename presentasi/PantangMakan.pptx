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Sampul. Sebut nama app, jalur tim, dan lima nama Grup 5. Langsung ke masalah. Jangan perkenalan panjang.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ini tidak dinilai. Sebut nama saja. Pekerjaan dan peran masih kosong, jangan mengarang.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Jangan isi pekerjaan atau peran kalau belum disepakati. Nanny dan sutrisno ada di Grup 6, jangan disebut sebagai anggota.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sudah tahu pantangannya. Huruf di kemasan terlalu kecil, jadi bahan yang harus dihindari terlewat. Masalah ini dari user, bukan dari riset yang dikarang.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dengan cerita satu orang sebelum fitur (syarat D4 Skilled). Sebut nama dan pantangan orang sungguhan yang kalian kenal, jangan dikarang. Contoh alur: dia di minimarket, membalik bungkus selai, huruf komposisinya kecil. Lalu: pilih pantangan sekali, foto, baca satu kalimat. Dampak lain: arachis hypogaea dikenali sebagai kacang.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Sebut kelompoknya: dua diajarkan (Create ML, Foundation Models) dan dua side-app (baca teks dari foto, API). Jangan bilang semuanya on-device. Di layar hasil, tunjuk bagian HASIL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Urutan di app: foto, Vision membaca teks, Create ML memberi label (tampil di HASIL AI), Foundation Models menyusun kalimat; API Dicoding hanya kalau model Apple tidak ada. Warna kartu tetap dari daftar kata sesuai pantangan user. User pilih garam, kemasan tidak memuat garam: Aman, bisa kamu makan, tidak mengandung garam. Ada arachis dan user pilih kacang: Tidak aman, mengandung kacang. System Language Model hanya menyusun kalimat itu.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Saat bagian ini, pindah ke iPhone. Urutan: happy path merah, foto ulang jadi hijau, lalu foto yang bukan komposisi ditolak. Jangan tutup app di antara foto pertama dan kedua.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 iPhone: pilih kacang dan pemanis, foto komposisi yang memuat kacang dan gula. Lalu Foto ulang pada teh, pantangan garam: kartu hijau. Terakhir foto depan kemasan: Ditolak. Izin kamera ditolak juga bisa ditunjukkan: pita kiri dan Buka Pengaturan.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Jangan mengarang angka. Evaluasi 10 foto belum dijalankan. Lesson learned yang boleh disebut: Foundation Models gagal di Simulator iOS 26, jalan di Simulator iOS 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Kalau 10 foto sudah dicoba sebelum naik, ganti angka di slide ini. Jangan isi angka yang belum dihitung.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Satu langkah berikutnya saja. Jangan bahas bisnis atau pasar.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Satu kalimat penutup: kemasan yang salah kami masukkan ke data latih Create ML, lalu latih ulang. Sebut contoh gagal dari slide Validasi kalau sudah ada. Tidak ada slide penutup.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A3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554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 Tim  ·  Grup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196596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PantangMakan.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77240" y="3063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daftar komposisi. Satu kalimat: aman, atau tidak aman.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4114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Fajar Wira Azdi    ·    Ahmad Syafiq Kamil    ·    Dendy Ramdhan Fauzy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Mohamad Arrizal    ·    Zuber Khatib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A3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965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B85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77240" y="28803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 Kami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 Kami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11155680" cy="4206240"/>
        </p:xfrm>
        <a:graphic>
          <a:graphicData uri="http://schemas.openxmlformats.org/drawingml/2006/table">
            <a:tbl>
              <a:tblPr/>
              <a:tblGrid>
                <a:gridCol w="4754880"/>
                <a:gridCol w="3200400"/>
                <a:gridCol w="3200400"/>
              </a:tblGrid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Pekerjaan saat ini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Peran di tim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Muhammad Fajar Wira Azdi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6B6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6B6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Ahmad Syafiq Kamil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6B6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6B6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Dendy Ramdhan Fauzy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6B6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6B6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Mohamad Arrizal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6B6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6B6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Zuber Khatib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6B6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6B6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55321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tim belum ada. Pekerjaan dan peran diisi setelah disepakati.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02920" y="651052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 5  ·  PantangMakan  ·  Jalur Tim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A3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965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B85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77240" y="28803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Masalah yang Kami Selesaikan</a:t>
            </a:r>
            <a:endParaRPr lang="en-US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Masalah yang Kami Selesaikan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5532120" cy="1481328"/>
          </a:xfrm>
          <a:prstGeom prst="roundRect">
            <a:avLst>
              <a:gd name="adj" fmla="val 7407"/>
            </a:avLst>
          </a:prstGeom>
          <a:solidFill>
            <a:srgbClr val="FFFCF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5272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 yang sudah tahu pantangan makannya, karena alergi atau sengaja dihindari.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309360" y="1051560"/>
            <a:ext cx="5532120" cy="1481328"/>
          </a:xfrm>
          <a:prstGeom prst="roundRect">
            <a:avLst>
              <a:gd name="adj" fmla="val 7407"/>
            </a:avLst>
          </a:prstGeom>
          <a:solidFill>
            <a:srgbClr val="FFFCF8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25272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0" y="160020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Huruf daftar komposisi di kemasan terlalu kecil, jadi bahan pantangan terlewat.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2715768"/>
            <a:ext cx="5532120" cy="1481328"/>
          </a:xfrm>
          <a:prstGeom prst="roundRect">
            <a:avLst>
              <a:gd name="adj" fmla="val 7407"/>
            </a:avLst>
          </a:prstGeom>
          <a:solidFill>
            <a:srgbClr val="FFFCF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1693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Asal masalah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26440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pengguna nyata yang punya pantangan. Ia harus membalik bungkus dan membaca komposisi satu per satu.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309360" y="2715768"/>
            <a:ext cx="5532120" cy="1481328"/>
          </a:xfrm>
          <a:prstGeom prst="roundRect">
            <a:avLst>
              <a:gd name="adj" fmla="val 7407"/>
            </a:avLst>
          </a:prstGeom>
          <a:solidFill>
            <a:srgbClr val="FFFCF8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91693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app menyelesaikannya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326440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pantangan sekali, foto komposisi, lalu baca satu kalimat: aman atau tidak aman.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2920" y="4379976"/>
            <a:ext cx="11338560" cy="1481328"/>
          </a:xfrm>
          <a:prstGeom prst="roundRect">
            <a:avLst>
              <a:gd name="adj" fmla="val 7407"/>
            </a:avLst>
          </a:prstGeom>
          <a:solidFill>
            <a:srgbClr val="E3F5E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58114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7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lain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92861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bahan asing ikut dikenali. Arachis hypogaea terbaca sebagai kacang, jadi user tidak perlu hafal nama Latin atau Inggris.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 5  ·  PantangMakan  ·  Jalur Tim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A3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965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B85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77240" y="28803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Solusi Berbasis AI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Solusi Berbasis AI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61488" cy="3931920"/>
          </a:xfrm>
          <a:prstGeom prst="roundRect">
            <a:avLst>
              <a:gd name="adj" fmla="val 3974"/>
            </a:avLst>
          </a:prstGeom>
          <a:solidFill>
            <a:srgbClr val="FFFCF8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B85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87452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Side-app  ·  baca teks dari foto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237744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3108960"/>
            <a:ext cx="23591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 huruf di foto, bahasa Indonesia dan Inggris. Hanya teks di bawah judul Komposisi, Ingredients, atau Daftar bahan.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761488" cy="3931920"/>
          </a:xfrm>
          <a:prstGeom prst="roundRect">
            <a:avLst>
              <a:gd name="adj" fmla="val 3974"/>
            </a:avLst>
          </a:prstGeom>
          <a:solidFill>
            <a:srgbClr val="FFFCF8"/>
          </a:solidFill>
          <a:ln/>
        </p:spPr>
      </p:sp>
      <p:sp>
        <p:nvSpPr>
          <p:cNvPr id="9" name="Text 7"/>
          <p:cNvSpPr/>
          <p:nvPr/>
        </p:nvSpPr>
        <p:spPr>
          <a:xfrm>
            <a:off x="3584448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B85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84448" y="187452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Diajarkan  ·  sesi 1.3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84448" y="237744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ML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84448" y="3108960"/>
            <a:ext cx="23591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PantanganText mengklasifikasi teks komposisi lewat Core ML. Labelnya tampil di layar hasil, misalnya kacang 92%.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1097280"/>
            <a:ext cx="2761488" cy="3931920"/>
          </a:xfrm>
          <a:prstGeom prst="roundRect">
            <a:avLst>
              <a:gd name="adj" fmla="val 3974"/>
            </a:avLst>
          </a:prstGeom>
          <a:solidFill>
            <a:srgbClr val="FFFCF8"/>
          </a:solidFill>
          <a:ln/>
        </p:spPr>
      </p:sp>
      <p:sp>
        <p:nvSpPr>
          <p:cNvPr id="14" name="Text 12"/>
          <p:cNvSpPr/>
          <p:nvPr/>
        </p:nvSpPr>
        <p:spPr>
          <a:xfrm>
            <a:off x="6510528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B85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510528" y="187452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Diajarkan  ·  sesi 2.6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10528" y="237744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Models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10528" y="3108960"/>
            <a:ext cx="23591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Language Model bawaan Apple Intelligence menyusun kalimat aman atau tidak aman.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235440" y="1097280"/>
            <a:ext cx="2761488" cy="3931920"/>
          </a:xfrm>
          <a:prstGeom prst="roundRect">
            <a:avLst>
              <a:gd name="adj" fmla="val 3974"/>
            </a:avLst>
          </a:prstGeom>
          <a:solidFill>
            <a:srgbClr val="FFFCF8"/>
          </a:solidFill>
          <a:ln/>
        </p:spPr>
      </p:sp>
      <p:sp>
        <p:nvSpPr>
          <p:cNvPr id="19" name="Text 17"/>
          <p:cNvSpPr/>
          <p:nvPr/>
        </p:nvSpPr>
        <p:spPr>
          <a:xfrm>
            <a:off x="9436608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B85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436608" y="187452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Side-app  ·  model di server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436608" y="237744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Dicoding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436608" y="3108960"/>
            <a:ext cx="23591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model Apple tidak tersedia, gpt-oss-20b menyusun kalimat yang sama. Kalau internet mati, kalimat tetap keluar dan ada tombol Coba lagi.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kartu: daftar kata, sesuai pantangan yang user pilih.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A3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965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B85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77240" y="28803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Produk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Produk</a:t>
            </a:r>
            <a:endParaRPr lang="en-US" sz="3200" dirty="0"/>
          </a:p>
        </p:txBody>
      </p:sp>
      <p:pic>
        <p:nvPicPr>
          <p:cNvPr id="3" name="Image 0" descr="Happy pat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48259" y="987552"/>
            <a:ext cx="2042361" cy="4434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11099" y="5532120"/>
            <a:ext cx="23166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419659" y="5779008"/>
            <a:ext cx="24995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aman, mengandung kacang dan pemanis.</a:t>
            </a:r>
            <a:endParaRPr lang="en-US" sz="1200" dirty="0"/>
          </a:p>
        </p:txBody>
      </p:sp>
      <p:pic>
        <p:nvPicPr>
          <p:cNvPr id="6" name="Image 1" descr="Foto kedua, app tetap terbuka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74667" y="987552"/>
            <a:ext cx="2042361" cy="4434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37507" y="5532120"/>
            <a:ext cx="23166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kedua, app tetap terbuka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846067" y="5779008"/>
            <a:ext cx="24995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Aman, bisa kamu makan, tidak mengandung garam.</a:t>
            </a:r>
            <a:endParaRPr lang="en-US" sz="1200" dirty="0"/>
          </a:p>
        </p:txBody>
      </p:sp>
      <p:pic>
        <p:nvPicPr>
          <p:cNvPr id="9" name="Image 2" descr="Unhappy path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501076" y="987552"/>
            <a:ext cx="2042361" cy="4434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63916" y="5532120"/>
            <a:ext cx="23166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Unhappy path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7272476" y="5779008"/>
            <a:ext cx="24995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Ditolak. Gambar ini bukan daftar komposisi.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A3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965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B85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77240" y="28803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Validasi Produk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Validasi Produk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FFCF8"/>
          </a:solidFill>
          <a:ln/>
        </p:spPr>
      </p:sp>
      <p:sp>
        <p:nvSpPr>
          <p:cNvPr id="4" name="Text 2"/>
          <p:cNvSpPr/>
          <p:nvPr/>
        </p:nvSpPr>
        <p:spPr>
          <a:xfrm>
            <a:off x="758952" y="1325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yang dicoba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58952" y="1737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58952" y="2606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Isi: jumlah foto kemasan sungguhan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1430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FFCF8"/>
          </a:solidFill>
          <a:ln/>
        </p:spPr>
      </p:sp>
      <p:sp>
        <p:nvSpPr>
          <p:cNvPr id="8" name="Text 6"/>
          <p:cNvSpPr/>
          <p:nvPr/>
        </p:nvSpPr>
        <p:spPr>
          <a:xfrm>
            <a:off x="4599432" y="1325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Berhasil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99432" y="1737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99432" y="2606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Isi: berapa yang kalimatnya benar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83880" y="11430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FFCF8"/>
          </a:solidFill>
          <a:ln/>
        </p:spPr>
      </p:sp>
      <p:sp>
        <p:nvSpPr>
          <p:cNvPr id="12" name="Text 10"/>
          <p:cNvSpPr/>
          <p:nvPr/>
        </p:nvSpPr>
        <p:spPr>
          <a:xfrm>
            <a:off x="8439912" y="1325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yang gagal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39912" y="1737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439912" y="2606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Isi: satu kemasan yang salah dan sebabnya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566160"/>
            <a:ext cx="11155680" cy="2148840"/>
          </a:xfrm>
          <a:prstGeom prst="roundRect">
            <a:avLst>
              <a:gd name="adj" fmla="val 5106"/>
            </a:avLst>
          </a:prstGeom>
          <a:solidFill>
            <a:srgbClr val="FFFCF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94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learned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4206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Models selalu gagal di Simulator iOS 26. Di Simulator iOS 27, kalimatnya keluar.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 5  ·  PantangMakan  ·  Jalur Tim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A3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965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B85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77240" y="28803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Rencana Pengembangan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Rencana Pengembangan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11155680" cy="3291840"/>
          </a:xfrm>
          <a:prstGeom prst="roundRect">
            <a:avLst>
              <a:gd name="adj" fmla="val 3333"/>
            </a:avLst>
          </a:prstGeom>
          <a:solidFill>
            <a:srgbClr val="FFFCF8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91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berikutnya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Tambah data latih dari kemasan sungguhan.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68680" y="30632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 komposisi yang salah di Validasi Produk dimasukkan ke data latih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ML PantanganText, lalu model dilatih ulang dan dicoba lagi.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 5  ·  PantangMakan  ·  Jalur Tim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PantangMakan</dc:title>
  <dc:subject>Challenge Day 3 · Jalur Tim</dc:subject>
  <dc:creator>Grup 5</dc:creator>
  <cp:lastModifiedBy>Grup 5</cp:lastModifiedBy>
  <cp:revision>1</cp:revision>
  <dcterms:created xsi:type="dcterms:W3CDTF">2026-10-17T02:09:36Z</dcterms:created>
  <dcterms:modified xsi:type="dcterms:W3CDTF">2026-10-17T02:09:36Z</dcterms:modified>
</cp:coreProperties>
</file>