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Sampul. Sebut nama app, jalur tim, dan lima nama Grup 5. Langsung ke masalah. Jangan perkenalan panjang.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Bagian ini tidak dinilai. Sebut nama saja. Pekerjaan dan peran masih kosong, jangan mengarang.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Jangan isi pekerjaan atau peran kalau belum disepakati. Nanny dan sutrisno ada di Grup 6, jangan disebut sebagai anggota.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User sudah tahu pantangannya. Huruf di kemasan terlalu kecil, jadi bahan yang harus dihindari terlewat. Masalah ini dari user, bukan dari riset yang dikarang.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User memilih pantangan, memfoto daftar komposisi, lalu membaca satu kalimat. Foto kedua mengganti kalimat tanpa menutup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Sebut kelompoknya: diajarkan atau side-app. Jangan bilang semuanya on-device. Create ML dipanggil, labelnya tidak tampil. Kartu hijau dan merah dari daftar kata sesuai pilihan user.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Kartu hijau dan merah bukan dari Create ML. User pilih garam, kemasan tidak memuat garam: Aman, bisa kamu makan, tidak mengandung garam. Ada arachis dan user pilih kacang: Tidak aman, mengandung kacang. System Language Model hanya menyusun kalimat itu.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Saat bagian ini, pindah ke iPhone. Urutan: happy path merah, foto ulang jadi hijau, lalu foto yang bukan komposisi ditolak. Jangan tutup app di antara foto pertama dan kedua.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 iPhone: pilih kacang dan pemanis, foto komposisi yang memuat kacang dan gula. Lalu Foto ulang pada teh, pantangan garam: kartu hijau. Terakhir foto depan kemasan: Ditolak. Izin kamera ditolak juga bisa ditunjukkan: pita kiri dan Buka Pengaturan.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Jangan mengarang angka. Evaluasi 10 foto belum dijalankan. Lesson learned yang boleh disebut: Foundation Models gagal di Simulator iOS 26, jalan di Simulator iOS 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Kalau 10 foto sudah dicoba sebelum naik, ganti angka di slide ini. Jangan isi angka yang belum dihitung.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Satu langkah berikutnya saja. Jangan bahas bisnis atau pasar.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Satu kalimat penutup: kami cek 10 kemasan sungguhan, lalu catat yang benar dan satu yang gagal. Selesai. Tidak ada slide penutup.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5A3C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Jalur Tim  ·  Grup 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77240" y="1965960"/>
            <a:ext cx="10058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PantangMakan.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777240" y="3063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daftar komposisi. Satu kalimat: aman, atau tidak aman.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41148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Muhammad Fajar Wira Azdi    ·    Ahmad Syafiq Kamil    ·    Dendy Ramdhan Fauzy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Mohamad Arrizal    ·    Zuber Khatib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5A3C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9659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B8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77240" y="28803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 Kami</a:t>
            </a:r>
            <a:endParaRPr lang="en-US" sz="4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 Kami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97280"/>
          <a:ext cx="11155680" cy="4206240"/>
        </p:xfrm>
        <a:graphic>
          <a:graphicData uri="http://schemas.openxmlformats.org/drawingml/2006/table">
            <a:tbl>
              <a:tblPr/>
              <a:tblGrid>
                <a:gridCol w="4754880"/>
                <a:gridCol w="3200400"/>
                <a:gridCol w="3200400"/>
              </a:tblGrid>
              <a:tr h="701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9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Pekerjaan saat ini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9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Peran di tim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917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Muhammad Fajar Wira Azdi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6B6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6B6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Ahmad Syafiq Kamil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6B6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6B6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Dendy Ramdhan Fauzy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6B6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6B6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Mohamad Arrizal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6B6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6B6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Zuber Khatib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6B6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6B6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02920" y="55321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tim belum ada. Pekerjaan dan peran diisi setelah disepakati.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 5  ·  PantangMakan  ·  Jalur Tim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5A3C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9659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B8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77240" y="28803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Masalah yang Kami Selesaikan</a:t>
            </a:r>
            <a:endParaRPr lang="en-US" sz="4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Masalah yang Kami Selesaikan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1143000"/>
            <a:ext cx="5532120" cy="1920240"/>
          </a:xfrm>
          <a:prstGeom prst="roundRect">
            <a:avLst>
              <a:gd name="adj" fmla="val 5714"/>
            </a:avLst>
          </a:prstGeom>
          <a:solidFill>
            <a:srgbClr val="FFFCF8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39903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Pengguna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828800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sudah tahu pantangan makannya, alergi atau yang sengaja dihindari.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309360" y="1143000"/>
            <a:ext cx="5532120" cy="1920240"/>
          </a:xfrm>
          <a:prstGeom prst="roundRect">
            <a:avLst>
              <a:gd name="adj" fmla="val 5714"/>
            </a:avLst>
          </a:prstGeom>
          <a:solidFill>
            <a:srgbClr val="FFFCF8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0" y="139903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0" y="1828800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Daftar komposisi di kemasan tertulis terlalu kecil, jadi bahan yang harus dihindari terlewat.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02920" y="3291840"/>
            <a:ext cx="5532120" cy="1920240"/>
          </a:xfrm>
          <a:prstGeom prst="roundRect">
            <a:avLst>
              <a:gd name="adj" fmla="val 5714"/>
            </a:avLst>
          </a:prstGeom>
          <a:solidFill>
            <a:srgbClr val="FFFCF8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54787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Asal masalah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3977640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Masalah ini datang dari user.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309360" y="3291840"/>
            <a:ext cx="5532120" cy="1920240"/>
          </a:xfrm>
          <a:prstGeom prst="roundRect">
            <a:avLst>
              <a:gd name="adj" fmla="val 5714"/>
            </a:avLst>
          </a:prstGeom>
          <a:solidFill>
            <a:srgbClr val="FFFCF8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354787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Dampak lain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583680" y="3977640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depan kemasan ditolak. App tidak menganggapnya aman atau tidak aman.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 5  ·  PantangMakan  ·  Jalur Tim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5A3C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9659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B8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77240" y="28803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Solusi Berbasis AI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Solusi Berbasis AI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761488" cy="4160520"/>
          </a:xfrm>
          <a:prstGeom prst="roundRect">
            <a:avLst>
              <a:gd name="adj" fmla="val 3974"/>
            </a:avLst>
          </a:prstGeom>
          <a:solidFill>
            <a:srgbClr val="FFFCF8"/>
          </a:solidFill>
          <a:ln/>
        </p:spPr>
      </p:sp>
      <p:sp>
        <p:nvSpPr>
          <p:cNvPr id="4" name="Text 2"/>
          <p:cNvSpPr/>
          <p:nvPr/>
        </p:nvSpPr>
        <p:spPr>
          <a:xfrm>
            <a:off x="658368" y="1280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B8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58368" y="1874520"/>
            <a:ext cx="2359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Membaca foto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237744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Vision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58368" y="3108960"/>
            <a:ext cx="235915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Membaca huruf di foto, bahasa Indonesia dan Inggris. Hanya teks di bawah judul Komposisi, Ingredients, atau Daftar bahan.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83280" y="1097280"/>
            <a:ext cx="2761488" cy="4160520"/>
          </a:xfrm>
          <a:prstGeom prst="roundRect">
            <a:avLst>
              <a:gd name="adj" fmla="val 3974"/>
            </a:avLst>
          </a:prstGeom>
          <a:solidFill>
            <a:srgbClr val="FFFCF8"/>
          </a:solidFill>
          <a:ln/>
        </p:spPr>
      </p:sp>
      <p:sp>
        <p:nvSpPr>
          <p:cNvPr id="9" name="Text 7"/>
          <p:cNvSpPr/>
          <p:nvPr/>
        </p:nvSpPr>
        <p:spPr>
          <a:xfrm>
            <a:off x="3584448" y="1280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B8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584448" y="1874520"/>
            <a:ext cx="2359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Diajarkan  ·  sesi 1.3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584448" y="237744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Create ML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584448" y="3108960"/>
            <a:ext cx="235915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PantanganText mengklasifikasi teks komposisi di perangkat, lewat Core ML. Labelnya tidak tampil di layar.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09360" y="1097280"/>
            <a:ext cx="2761488" cy="4160520"/>
          </a:xfrm>
          <a:prstGeom prst="roundRect">
            <a:avLst>
              <a:gd name="adj" fmla="val 3974"/>
            </a:avLst>
          </a:prstGeom>
          <a:solidFill>
            <a:srgbClr val="FFFCF8"/>
          </a:solidFill>
          <a:ln/>
        </p:spPr>
      </p:sp>
      <p:sp>
        <p:nvSpPr>
          <p:cNvPr id="14" name="Text 12"/>
          <p:cNvSpPr/>
          <p:nvPr/>
        </p:nvSpPr>
        <p:spPr>
          <a:xfrm>
            <a:off x="6510528" y="1280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B8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510528" y="1874520"/>
            <a:ext cx="2359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Diajarkan  ·  sesi 2.6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10528" y="237744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Foundation Models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510528" y="3108960"/>
            <a:ext cx="235915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Language Model, bawaan Apple Intelligence, menyusun kalimat. Hanya jalan kalau fiturnya menyala.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235440" y="1097280"/>
            <a:ext cx="2761488" cy="4160520"/>
          </a:xfrm>
          <a:prstGeom prst="roundRect">
            <a:avLst>
              <a:gd name="adj" fmla="val 3974"/>
            </a:avLst>
          </a:prstGeom>
          <a:solidFill>
            <a:srgbClr val="FFFCF8"/>
          </a:solidFill>
          <a:ln/>
        </p:spPr>
      </p:sp>
      <p:sp>
        <p:nvSpPr>
          <p:cNvPr id="19" name="Text 17"/>
          <p:cNvSpPr/>
          <p:nvPr/>
        </p:nvSpPr>
        <p:spPr>
          <a:xfrm>
            <a:off x="9436608" y="1280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B8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9436608" y="1874520"/>
            <a:ext cx="2359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Side-app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436608" y="237744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di server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9436608" y="3108960"/>
            <a:ext cx="235915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Kalau model Apple tidak tersedia, side-app menyusun kalimat yang sama. Kalau gagal, kalimat tetap keluar dari daftar kata.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 kartu: daftar kata, sesuai pantangan yang user pilih.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5A3C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9659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B8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77240" y="28803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Produk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Produk</a:t>
            </a:r>
            <a:endParaRPr lang="en-US" sz="3200" dirty="0"/>
          </a:p>
        </p:txBody>
      </p:sp>
      <p:pic>
        <p:nvPicPr>
          <p:cNvPr id="3" name="Image 0" descr="Happy path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648259" y="987552"/>
            <a:ext cx="2042361" cy="44348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511099" y="5532120"/>
            <a:ext cx="23166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Happy path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2419659" y="5779008"/>
            <a:ext cx="249956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aman, mengandung kacang dan pemanis.</a:t>
            </a:r>
            <a:endParaRPr lang="en-US" sz="1200" dirty="0"/>
          </a:p>
        </p:txBody>
      </p:sp>
      <p:pic>
        <p:nvPicPr>
          <p:cNvPr id="6" name="Image 1" descr="Foto kedua, app tetap terbuka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74667" y="987552"/>
            <a:ext cx="2042361" cy="44348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937507" y="5532120"/>
            <a:ext cx="23166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kedua, app tetap terbuka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4846067" y="5779008"/>
            <a:ext cx="249956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Aman, bisa kamu makan, tidak mengandung garam.</a:t>
            </a:r>
            <a:endParaRPr lang="en-US" sz="1200" dirty="0"/>
          </a:p>
        </p:txBody>
      </p:sp>
      <p:pic>
        <p:nvPicPr>
          <p:cNvPr id="9" name="Image 2" descr="Unhappy path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501076" y="987552"/>
            <a:ext cx="2042361" cy="4434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363916" y="5532120"/>
            <a:ext cx="23166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Unhappy path</a:t>
            </a:r>
            <a:endParaRPr lang="en-US" sz="1300" dirty="0"/>
          </a:p>
        </p:txBody>
      </p:sp>
      <p:sp>
        <p:nvSpPr>
          <p:cNvPr id="11" name="Text 6"/>
          <p:cNvSpPr/>
          <p:nvPr/>
        </p:nvSpPr>
        <p:spPr>
          <a:xfrm>
            <a:off x="7272476" y="5779008"/>
            <a:ext cx="249956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Ditolak. Gambar ini bukan daftar komposisi.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5A3C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9659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B8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77240" y="28803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Validasi Produk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Validasi Produk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1143000"/>
            <a:ext cx="3611880" cy="2148840"/>
          </a:xfrm>
          <a:prstGeom prst="roundRect">
            <a:avLst>
              <a:gd name="adj" fmla="val 5106"/>
            </a:avLst>
          </a:prstGeom>
          <a:solidFill>
            <a:srgbClr val="FFFCF8"/>
          </a:solidFill>
          <a:ln/>
        </p:spPr>
      </p:sp>
      <p:sp>
        <p:nvSpPr>
          <p:cNvPr id="4" name="Text 2"/>
          <p:cNvSpPr/>
          <p:nvPr/>
        </p:nvSpPr>
        <p:spPr>
          <a:xfrm>
            <a:off x="758952" y="1325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yang dicoba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58952" y="17373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58952" y="2606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foto, belum dijalankan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43400" y="1143000"/>
            <a:ext cx="3611880" cy="2148840"/>
          </a:xfrm>
          <a:prstGeom prst="roundRect">
            <a:avLst>
              <a:gd name="adj" fmla="val 5106"/>
            </a:avLst>
          </a:prstGeom>
          <a:solidFill>
            <a:srgbClr val="FFFCF8"/>
          </a:solidFill>
          <a:ln/>
        </p:spPr>
      </p:sp>
      <p:sp>
        <p:nvSpPr>
          <p:cNvPr id="8" name="Text 6"/>
          <p:cNvSpPr/>
          <p:nvPr/>
        </p:nvSpPr>
        <p:spPr>
          <a:xfrm>
            <a:off x="4599432" y="1325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Berhasil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99432" y="17373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599432" y="2606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Belum diisi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83880" y="1143000"/>
            <a:ext cx="3611880" cy="2148840"/>
          </a:xfrm>
          <a:prstGeom prst="roundRect">
            <a:avLst>
              <a:gd name="adj" fmla="val 5106"/>
            </a:avLst>
          </a:prstGeom>
          <a:solidFill>
            <a:srgbClr val="FFFCF8"/>
          </a:solidFill>
          <a:ln/>
        </p:spPr>
      </p:sp>
      <p:sp>
        <p:nvSpPr>
          <p:cNvPr id="12" name="Text 10"/>
          <p:cNvSpPr/>
          <p:nvPr/>
        </p:nvSpPr>
        <p:spPr>
          <a:xfrm>
            <a:off x="8439912" y="1325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Contoh yang gagal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439912" y="17373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8439912" y="2606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Belum ada contoh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" y="3566160"/>
            <a:ext cx="11155680" cy="2148840"/>
          </a:xfrm>
          <a:prstGeom prst="roundRect">
            <a:avLst>
              <a:gd name="adj" fmla="val 5106"/>
            </a:avLst>
          </a:prstGeom>
          <a:solidFill>
            <a:srgbClr val="FFFCF8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79476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learned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77240" y="42062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Foundation Models selalu gagal di Simulator iOS 26. Di Simulator iOS 27, kalimatnya keluar.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 5  ·  PantangMakan  ·  Jalur Tim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5A3C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9659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B8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77240" y="28803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Rencana Pengembangan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Rencana Pengembangan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1325880"/>
            <a:ext cx="11155680" cy="4023360"/>
          </a:xfrm>
          <a:prstGeom prst="roundRect">
            <a:avLst>
              <a:gd name="adj" fmla="val 2727"/>
            </a:avLst>
          </a:prstGeom>
          <a:solidFill>
            <a:srgbClr val="FFFCF8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6916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Langkah berikutnya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68680" y="2194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Foto 10 kemasan sungguhan.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68680" y="306324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Catat berapa yang benar dan satu contoh yang gagal.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Angka itu mengisi bagian Validasi Produk.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 5  ·  PantangMakan  ·  Jalur Tim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PantangMakan</dc:title>
  <dc:subject>Challenge Day 3 · Jalur Tim</dc:subject>
  <dc:creator>Grup 5</dc:creator>
  <cp:lastModifiedBy>Grup 5</cp:lastModifiedBy>
  <cp:revision>1</cp:revision>
  <dcterms:created xsi:type="dcterms:W3CDTF">2026-10-17T02:03:33Z</dcterms:created>
  <dcterms:modified xsi:type="dcterms:W3CDTF">2026-10-17T02:03:33Z</dcterms:modified>
</cp:coreProperties>
</file>