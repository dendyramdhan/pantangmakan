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Sampul. Sebut nama app, jalur tim, dan lima nama Grup 5. Langsung ke masalah. Jangan perkenalan panjang.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Bagian ini tidak dinilai. Sebut nama saja. Pekerjaan dan peran masih kosong, jangan mengarang.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Jangan isi pekerjaan atau peran kalau belum disepakati.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Mulai dari cerita satu pengguna sungguhan sebelum fitur. Sebut nama dan pantangannya, jangan dikarang.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Buka dengan cerita satu pengguna sebelum fitur (syarat D4 Skilled). Sebut nama dan pantangan pengguna sungguhan yang kalian kenal, jangan dikarang. Lalu: pilih pantangan sekali, foto, baca satu kalimat. Dampak lain: arachis hypogaea dikenali sebagai kacang.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Sebut kelompoknya: dua diajarkan (Create ML, Foundation Models) dan dua side-app (baca teks dari foto, API). Jangan bilang semuanya on-device. Di layar hasil, tunjuk bagian HASIL 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Urutan di app: foto, Vision membaca teks, Create ML memberi label yang tampil di HASIL AI, lalu Foundation Models menyusun kalimat. API Dicoding dipakai kalau model Apple tidak ada. Kalimat dari model dicek dulu; kalau tidak lolos, app memakai kalimat dari daftar kata. Contoh: pilih kacang, ada arachis di komposisi: Ada kacang di komposisi ini.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Saat bagian ini, pindah ke iPhone. Urutan: happy path merah, foto ulang jadi hijau, lalu foto yang bukan komposisi ditolak. Jangan tutup app di antara foto pertama dan kedua.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 iPhone: pilih kacang dan pemanis, foto komposisi yang memuat kacang dan gula. Lalu tekan Ubah, pilih garam, dan foto komposisi teh: kartu hijau. Terakhir foto depan kemasan: Ditolak. Izin kamera ditolak juga bisa ditunjukkan: pita kiri dan Buka Pengaturan.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Jangan mengarang angka. Evaluasi 10 foto belum dijalankan. Lesson learned: model bahasa kadang menambah kata sendiri, jadi kalimatnya dicek dulu.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Kalau 10 foto sudah dicoba sebelum naik, ganti angka di slide ini. Jangan isi angka yang belum dihitung.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Satu langkah berikutnya saja. Jangan bahas bisnis atau pasar.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Satu kalimat penutup: nama bahan dari kemasan yang salah kami tambahkan ke daftar kata, lalu dicoba lagi. Sebut contoh gagal dari slide Validasi. Tidak ada slide penutup.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85A3C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554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85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Jalur Tim  ·  Grup 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77240" y="1965960"/>
            <a:ext cx="10058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PantangMakan.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777240" y="3063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 komposisinya, langsung tahu ada pantanganmu atau tidak.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77240" y="41148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Muhammad Fajar Wira Azdi    ·    Ahmad Syafiq Kamil    ·    Dendy Ramdhan Fauzy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Mohamad Arrizal    ·    Zuber Khatib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85A3C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9659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B85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77240" y="28803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 Kami</a:t>
            </a:r>
            <a:endParaRPr lang="en-US" sz="4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 Kami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97280"/>
          <a:ext cx="11155680" cy="4206240"/>
        </p:xfrm>
        <a:graphic>
          <a:graphicData uri="http://schemas.openxmlformats.org/drawingml/2006/table">
            <a:tbl>
              <a:tblPr/>
              <a:tblGrid>
                <a:gridCol w="4754880"/>
                <a:gridCol w="3200400"/>
                <a:gridCol w="3200400"/>
              </a:tblGrid>
              <a:tr h="701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9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Pekerjaan saat ini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9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Peran di tim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917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Muhammad Fajar Wira Azdi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6B6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6B6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8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Ahmad Syafiq Kamil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6B6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6B6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8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Dendy Ramdhan Fauzy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6B6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6B6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8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Mohamad Arrizal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6B6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6B6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8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Zuber Khatib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6B6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6B6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8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02920" y="651052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 5  ·  PantangMakan  ·  Jalur Tim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85A3C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9659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B85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77240" y="28803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Masalah yang Kami Selesaikan</a:t>
            </a:r>
            <a:endParaRPr lang="en-US" sz="4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Masalah yang Kami Selesaikan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02920" y="1051560"/>
            <a:ext cx="5532120" cy="1481328"/>
          </a:xfrm>
          <a:prstGeom prst="roundRect">
            <a:avLst>
              <a:gd name="adj" fmla="val 7407"/>
            </a:avLst>
          </a:prstGeom>
          <a:solidFill>
            <a:srgbClr val="FFFCF8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252728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5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Pengguna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600200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Pengguna yang punya pantangan makan, karena alergi atau pilihan sendiri.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309360" y="1051560"/>
            <a:ext cx="5532120" cy="1481328"/>
          </a:xfrm>
          <a:prstGeom prst="roundRect">
            <a:avLst>
              <a:gd name="adj" fmla="val 7407"/>
            </a:avLst>
          </a:prstGeom>
          <a:solidFill>
            <a:srgbClr val="FFFCF8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0" y="1252728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5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Masalah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0" y="1600200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Huruf daftar komposisi di kemasan terlalu kecil, jadi bahan pantangan terlewat.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02920" y="2715768"/>
            <a:ext cx="5532120" cy="1481328"/>
          </a:xfrm>
          <a:prstGeom prst="roundRect">
            <a:avLst>
              <a:gd name="adj" fmla="val 7407"/>
            </a:avLst>
          </a:prstGeom>
          <a:solidFill>
            <a:srgbClr val="FFFCF8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916936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5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Asal masalah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77240" y="3264408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Dari pengguna yang punya pantangan: tiap belanja, ia membalik bungkus dan membaca huruf kecil satu per satu.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309360" y="2715768"/>
            <a:ext cx="5532120" cy="1481328"/>
          </a:xfrm>
          <a:prstGeom prst="roundRect">
            <a:avLst>
              <a:gd name="adj" fmla="val 7407"/>
            </a:avLst>
          </a:prstGeom>
          <a:solidFill>
            <a:srgbClr val="FFFCF8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0" y="2916936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5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 app menyelesaikannya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583680" y="3264408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Pilih pantangan sekali, foto komposisinya, lalu baca satu kalimat: ada pantanganmu atau tidak.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02920" y="4379976"/>
            <a:ext cx="11338560" cy="1481328"/>
          </a:xfrm>
          <a:prstGeom prst="roundRect">
            <a:avLst>
              <a:gd name="adj" fmla="val 7407"/>
            </a:avLst>
          </a:prstGeom>
          <a:solidFill>
            <a:srgbClr val="E3F5E8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58114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73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Dampak lain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77240" y="4928616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 bahan asing ikut dikenali. Arachis hypogaea terbaca sebagai kacang, jadi pengguna tidak perlu hafal nama Latin atau Inggrisnya.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02920" y="651052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 5  ·  PantangMakan  ·  Jalur Tim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85A3C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9659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B85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77240" y="28803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Solusi Berbasis AI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Solusi Berbasis AI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761488" cy="3931920"/>
          </a:xfrm>
          <a:prstGeom prst="roundRect">
            <a:avLst>
              <a:gd name="adj" fmla="val 3974"/>
            </a:avLst>
          </a:prstGeom>
          <a:solidFill>
            <a:srgbClr val="FFFCF8"/>
          </a:solidFill>
          <a:ln/>
        </p:spPr>
      </p:sp>
      <p:sp>
        <p:nvSpPr>
          <p:cNvPr id="4" name="Text 2"/>
          <p:cNvSpPr/>
          <p:nvPr/>
        </p:nvSpPr>
        <p:spPr>
          <a:xfrm>
            <a:off x="658368" y="1280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B85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58368" y="1874520"/>
            <a:ext cx="2359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Side-app  ·  baca teks dari foto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237744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Vision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58368" y="3108960"/>
            <a:ext cx="23591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Membaca huruf di foto, bahasa Indonesia dan Inggris. Hanya teks di bawah judul Komposisi, Ingredients, atau Daftar bahan.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83280" y="1097280"/>
            <a:ext cx="2761488" cy="3931920"/>
          </a:xfrm>
          <a:prstGeom prst="roundRect">
            <a:avLst>
              <a:gd name="adj" fmla="val 3974"/>
            </a:avLst>
          </a:prstGeom>
          <a:solidFill>
            <a:srgbClr val="FFFCF8"/>
          </a:solidFill>
          <a:ln/>
        </p:spPr>
      </p:sp>
      <p:sp>
        <p:nvSpPr>
          <p:cNvPr id="9" name="Text 7"/>
          <p:cNvSpPr/>
          <p:nvPr/>
        </p:nvSpPr>
        <p:spPr>
          <a:xfrm>
            <a:off x="3584448" y="1280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B85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584448" y="1874520"/>
            <a:ext cx="2359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Diajarkan  ·  sesi 1.3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584448" y="237744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Create ML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584448" y="3108960"/>
            <a:ext cx="23591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buatan kami menebak jenis pantangan dari teks komposisi. Hasilnya tampil di layar, misalnya kacang 92%.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309360" y="1097280"/>
            <a:ext cx="2761488" cy="3931920"/>
          </a:xfrm>
          <a:prstGeom prst="roundRect">
            <a:avLst>
              <a:gd name="adj" fmla="val 3974"/>
            </a:avLst>
          </a:prstGeom>
          <a:solidFill>
            <a:srgbClr val="FFFCF8"/>
          </a:solidFill>
          <a:ln/>
        </p:spPr>
      </p:sp>
      <p:sp>
        <p:nvSpPr>
          <p:cNvPr id="14" name="Text 12"/>
          <p:cNvSpPr/>
          <p:nvPr/>
        </p:nvSpPr>
        <p:spPr>
          <a:xfrm>
            <a:off x="6510528" y="1280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B85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510528" y="1874520"/>
            <a:ext cx="2359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Diajarkan  ·  sesi 2.6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10528" y="237744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Foundation Models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510528" y="3108960"/>
            <a:ext cx="23591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bahasa bawaan Apple Intelligence menyusun kalimat hasilnya, misalnya “Ada kacang di komposisi ini.”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235440" y="1097280"/>
            <a:ext cx="2761488" cy="3931920"/>
          </a:xfrm>
          <a:prstGeom prst="roundRect">
            <a:avLst>
              <a:gd name="adj" fmla="val 3974"/>
            </a:avLst>
          </a:prstGeom>
          <a:solidFill>
            <a:srgbClr val="FFFCF8"/>
          </a:solidFill>
          <a:ln/>
        </p:spPr>
      </p:sp>
      <p:sp>
        <p:nvSpPr>
          <p:cNvPr id="19" name="Text 17"/>
          <p:cNvSpPr/>
          <p:nvPr/>
        </p:nvSpPr>
        <p:spPr>
          <a:xfrm>
            <a:off x="9436608" y="1280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B85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9436608" y="1874520"/>
            <a:ext cx="2359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Side-app  ·  model di server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436608" y="237744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API Dicoding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9436608" y="3108960"/>
            <a:ext cx="23591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Kalau model Apple tidak tersedia, model di server Dicoding yang menyusun kalimatnya. Kalau internet mati, kalimat tetap keluar dan ada tombol Coba lagi.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02920" y="651052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 5  ·  PantangMakan  ·  Jalur Tim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85A3C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9659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B85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77240" y="28803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Produk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Produk</a:t>
            </a:r>
            <a:endParaRPr lang="en-US" sz="3200" dirty="0"/>
          </a:p>
        </p:txBody>
      </p:sp>
      <p:pic>
        <p:nvPicPr>
          <p:cNvPr id="3" name="Image 0" descr="Happy path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648259" y="987552"/>
            <a:ext cx="2042361" cy="44348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511099" y="5532120"/>
            <a:ext cx="23166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Happy path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2419659" y="5779008"/>
            <a:ext cx="249956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 kacang dan pemanis.</a:t>
            </a:r>
            <a:endParaRPr lang="en-US" sz="1200" dirty="0"/>
          </a:p>
        </p:txBody>
      </p:sp>
      <p:pic>
        <p:nvPicPr>
          <p:cNvPr id="6" name="Image 1" descr="Foto lagi tanpa menutup app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74667" y="987552"/>
            <a:ext cx="2042361" cy="44348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937507" y="5532120"/>
            <a:ext cx="23166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 lagi tanpa menutup app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4846067" y="5779008"/>
            <a:ext cx="249956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 ditemukan garam.</a:t>
            </a:r>
            <a:endParaRPr lang="en-US" sz="1200" dirty="0"/>
          </a:p>
        </p:txBody>
      </p:sp>
      <p:pic>
        <p:nvPicPr>
          <p:cNvPr id="9" name="Image 2" descr="Unhappy path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501076" y="987552"/>
            <a:ext cx="2042361" cy="4434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7363916" y="5532120"/>
            <a:ext cx="23166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Unhappy path</a:t>
            </a:r>
            <a:endParaRPr lang="en-US" sz="1300" dirty="0"/>
          </a:p>
        </p:txBody>
      </p:sp>
      <p:sp>
        <p:nvSpPr>
          <p:cNvPr id="11" name="Text 6"/>
          <p:cNvSpPr/>
          <p:nvPr/>
        </p:nvSpPr>
        <p:spPr>
          <a:xfrm>
            <a:off x="7272476" y="5779008"/>
            <a:ext cx="249956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Ditolak, bukan daftar komposisi.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85A3C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9659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B85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77240" y="28803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Validasi Produk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Validasi Produk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02920" y="1143000"/>
            <a:ext cx="3611880" cy="2148840"/>
          </a:xfrm>
          <a:prstGeom prst="roundRect">
            <a:avLst>
              <a:gd name="adj" fmla="val 5106"/>
            </a:avLst>
          </a:prstGeom>
          <a:solidFill>
            <a:srgbClr val="FFFCF8"/>
          </a:solidFill>
          <a:ln/>
        </p:spPr>
      </p:sp>
      <p:sp>
        <p:nvSpPr>
          <p:cNvPr id="4" name="Text 2"/>
          <p:cNvSpPr/>
          <p:nvPr/>
        </p:nvSpPr>
        <p:spPr>
          <a:xfrm>
            <a:off x="758952" y="13258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yang dicoba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58952" y="17373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58952" y="26060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43400" y="1143000"/>
            <a:ext cx="3611880" cy="2148840"/>
          </a:xfrm>
          <a:prstGeom prst="roundRect">
            <a:avLst>
              <a:gd name="adj" fmla="val 5106"/>
            </a:avLst>
          </a:prstGeom>
          <a:solidFill>
            <a:srgbClr val="FFFCF8"/>
          </a:solidFill>
          <a:ln/>
        </p:spPr>
      </p:sp>
      <p:sp>
        <p:nvSpPr>
          <p:cNvPr id="8" name="Text 6"/>
          <p:cNvSpPr/>
          <p:nvPr/>
        </p:nvSpPr>
        <p:spPr>
          <a:xfrm>
            <a:off x="4599432" y="13258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Berhasil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99432" y="17373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4599432" y="26060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83880" y="1143000"/>
            <a:ext cx="3611880" cy="2148840"/>
          </a:xfrm>
          <a:prstGeom prst="roundRect">
            <a:avLst>
              <a:gd name="adj" fmla="val 5106"/>
            </a:avLst>
          </a:prstGeom>
          <a:solidFill>
            <a:srgbClr val="FFFCF8"/>
          </a:solidFill>
          <a:ln/>
        </p:spPr>
      </p:sp>
      <p:sp>
        <p:nvSpPr>
          <p:cNvPr id="12" name="Text 10"/>
          <p:cNvSpPr/>
          <p:nvPr/>
        </p:nvSpPr>
        <p:spPr>
          <a:xfrm>
            <a:off x="8439912" y="13258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Contoh yang gagal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439912" y="17373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8439912" y="26060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02920" y="3566160"/>
            <a:ext cx="11155680" cy="2148840"/>
          </a:xfrm>
          <a:prstGeom prst="roundRect">
            <a:avLst>
              <a:gd name="adj" fmla="val 5106"/>
            </a:avLst>
          </a:prstGeom>
          <a:solidFill>
            <a:srgbClr val="FFFCF8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79476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5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learned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77240" y="42062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bahasa kadang menambah kata sendiri, misalnya “Fakta:” di depan kalimat. Karena itu kalimatnya dicek dulu, dan kalau tidak lolos, app memakai kalimat dari daftar kata.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02920" y="651052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 5  ·  PantangMakan  ·  Jalur Tim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85A3C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9659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B85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77240" y="28803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Rencana Pengembangan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Rencana Pengembangan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02920" y="1325880"/>
            <a:ext cx="11155680" cy="3291840"/>
          </a:xfrm>
          <a:prstGeom prst="roundRect">
            <a:avLst>
              <a:gd name="adj" fmla="val 3333"/>
            </a:avLst>
          </a:prstGeom>
          <a:solidFill>
            <a:srgbClr val="FFFCF8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6916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5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Langkah berikutnya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68680" y="21945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Lengkapi daftar nama bahan.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868680" y="306324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 bahan dari kemasan yang salah dibaca di Validasi Produk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ditambahkan ke daftar kata, lalu kemasan yang sama dicoba lagi.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02920" y="651052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 5  ·  PantangMakan  ·  Jalur Tim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PantangMakan</dc:title>
  <dc:subject>Challenge Day 3 · Jalur Tim</dc:subject>
  <dc:creator>Grup 5</dc:creator>
  <cp:lastModifiedBy>Grup 5</cp:lastModifiedBy>
  <cp:revision>1</cp:revision>
  <dcterms:created xsi:type="dcterms:W3CDTF">2026-10-17T02:21:15Z</dcterms:created>
  <dcterms:modified xsi:type="dcterms:W3CDTF">2026-10-17T02:21:15Z</dcterms:modified>
</cp:coreProperties>
</file>