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55448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4"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PantangMakan.</a:t>
            </a:r>
            <a:endParaRPr lang="en-US" sz="6000" dirty="0"/>
          </a:p>
        </p:txBody>
      </p:sp>
      <p:sp>
        <p:nvSpPr>
          <p:cNvPr id="5" name="Text 3"/>
          <p:cNvSpPr/>
          <p:nvPr/>
        </p:nvSpPr>
        <p:spPr>
          <a:xfrm>
            <a:off x="777240" y="3063240"/>
            <a:ext cx="5943600" cy="731520"/>
          </a:xfrm>
          <a:prstGeom prst="rect">
            <a:avLst/>
          </a:prstGeom>
          <a:noFill/>
          <a:ln/>
        </p:spPr>
        <p:txBody>
          <a:bodyPr wrap="square" lIns="0" tIns="0" rIns="0" bIns="0" rtlCol="0" anchor="t"/>
          <a:lstStyle/>
          <a:p>
            <a:pPr indent="0" marL="0">
              <a:buNone/>
            </a:pPr>
            <a:r>
              <a:rPr lang="en-US" sz="20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2000" dirty="0"/>
          </a:p>
        </p:txBody>
      </p:sp>
      <p:sp>
        <p:nvSpPr>
          <p:cNvPr id="6" name="Text 4"/>
          <p:cNvSpPr/>
          <p:nvPr/>
        </p:nvSpPr>
        <p:spPr>
          <a:xfrm>
            <a:off x="777240" y="416052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7" name="Image 0" descr="Layar hasil PantangMakan: Ada kacang dan pemanis di komposisi ini">    </p:cNvPr>
          <p:cNvPicPr>
            <a:picLocks noChangeAspect="1"/>
          </p:cNvPicPr>
          <p:nvPr/>
        </p:nvPicPr>
        <p:blipFill>
          <a:blip r:embed="rId1"/>
          <a:stretch>
            <a:fillRect/>
          </a:stretch>
        </p:blipFill>
        <p:spPr>
          <a:xfrm>
            <a:off x="8321040" y="502920"/>
            <a:ext cx="2695074" cy="5852160"/>
          </a:xfrm>
          <a:prstGeom prst="rect">
            <a:avLst/>
          </a:prstGeom>
        </p:spPr>
      </p:pic>
      <p:sp>
        <p:nvSpPr>
          <p:cNvPr id="8" name="Shape 5"/>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1596571"/>
            <a:ext cx="4572000" cy="366485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1.197 kalimat 220 label sungguhan.</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2345509"/>
          </a:xfrm>
          <a:prstGeom prst="rect">
            <a:avLst/>
          </a:prstGeom>
        </p:spPr>
      </p:pic>
      <p:sp>
        <p:nvSpPr>
          <p:cNvPr id="22" name="Text 19"/>
          <p:cNvSpPr/>
          <p:nvPr/>
        </p:nvSpPr>
        <p:spPr>
          <a:xfrm>
            <a:off x="8778240" y="333756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bagian HASIL AI dan KENAPA</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90,4% di 230 kalimat uji.</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230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PantangMakan</dc:title>
  <dc:subject>Challenge Day 3 · Jalur Tim</dc:subject>
  <dc:creator>Grup 5</dc:creator>
  <cp:lastModifiedBy>Grup 5</cp:lastModifiedBy>
  <cp:revision>1</cp:revision>
  <dcterms:created xsi:type="dcterms:W3CDTF">2026-10-17T03:42:10Z</dcterms:created>
  <dcterms:modified xsi:type="dcterms:W3CDTF">2026-10-17T03:42:10Z</dcterms:modified>
</cp:coreProperties>
</file>