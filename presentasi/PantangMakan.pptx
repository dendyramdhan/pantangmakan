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Sebut nama app, jalur tim, dan lima nama Grup 5. Langsung ke masalah. Jangan perkenalan panjang.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ini tidak dinilai. Sebut nama saja. Pekerjaan dan peran masih kosong, jangan mengarang.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isi pekerjaan atau peran kalau belum disepakati.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cerita satu orang sungguhan sebelum fitur. Sebut nama dan pantangannya, jangan dikarang.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cerita satu orang sebelum fitur (syarat D4 Skilled). Sebut nama dan pantangan orang sungguhan yang kalian kenal, jangan dikarang. Contoh alur: dia di minimarket, membalik bungkus selai, huruf komposisinya kecil. Lalu: pilih pantangan sekali, foto, baca satu kalimat. Dampak lain: arachis hypogaea dikenali sebagai kacang.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Sebut kelompoknya: dua diajarkan (Create ML, Foundation Models) dan dua side-app (baca teks dari foto, API). Jangan bilang semuanya on-device. Di layar hasil, tunjuk bagian HASIL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di app: foto, Vision membaca teks, Create ML memberi label yang tampil di HASIL AI, lalu Foundation Models menyusun kalimat. API Dicoding dipakai kalau model Apple tidak ada. Kalimat dari model dicek dulu; kalau tidak lolos, app memakai kalimat dari daftar kata. Contoh: pilih kacang, ada arachis di komposisi: Ada kacang di komposisi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 bagian ini, pindah ke iPhone. Urutan: happy path merah, foto ulang jadi hijau, lalu foto yang bukan komposisi ditolak. Jangan tutup app di antara foto pertama dan kedua.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iPhone: pilih kacang dan pemanis, foto komposisi yang memuat kacang dan gula. Lalu Foto ulang pada teh, pantangan garam: kartu hijau. Terakhir foto depan kemasan: Ditolak. Izin kamera ditolak juga bisa ditunjukkan: pita kiri dan Buka Pengaturan.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Jangan mengarang angka. Evaluasi 10 foto belum dijalankan. Lesson learned: model bahasa kadang menambah kata sendiri, jadi kalimatnya dicek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10 foto sudah dicoba sebelum naik, ganti angka di slide ini. Jangan isi angka yang belum dihitung.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langkah berikutnya saja. Jangan bahas bisnis atau pasar.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kalimat penutup: nama bahan dari kemasan yang salah kami tambahkan ke daftar kata, lalu dicoba lagi. Sebut contoh gagal dari slide Validasi. Tidak ada slide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Tim  ·  Grup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PantangMakan.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komposisinya, langsung tahu ada pantanganmu atau tidak.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4114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Fajar Wira Azdi    ·    Ahmad Syafiq Kamil    ·    Dendy Ramdhan Fauzy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 Arrizal    ·    Zuber Khatib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 Kami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11155680" cy="420624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3200400"/>
              </a:tblGrid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Pekerjaan saat 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 di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91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Muhammad Fajar Wira Azdi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Ahmad Syafiq Kamil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Dendy Ramdhan Fauzy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Mohamad Arrizal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Zuber Khatib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6B6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Kami Selesaikan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yang punya pantangan makan, karena alergi atau pilihan sendiri.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09360" y="1051560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25272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0" y="1600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daftar komposisi di kemasan terlalu kecil, jadi bahan pantangan terlewat.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masalah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pengguna yang punya pantangan: tiap belanja, ia membalik bungkus dan membaca huruf kecil satu per satu.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2715768"/>
            <a:ext cx="5532120" cy="1481328"/>
          </a:xfrm>
          <a:prstGeom prst="roundRect">
            <a:avLst>
              <a:gd name="adj" fmla="val 7407"/>
            </a:avLst>
          </a:prstGeom>
          <a:solidFill>
            <a:srgbClr val="FFFCF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916936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app menyelesaikannya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32644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pantangan sekali, foto komposisinya, lalu baca satu kalimat: ada pantanganmu atau tidak.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4379976"/>
            <a:ext cx="11338560" cy="1481328"/>
          </a:xfrm>
          <a:prstGeom prst="roundRect">
            <a:avLst>
              <a:gd name="adj" fmla="val 7407"/>
            </a:avLst>
          </a:prstGeom>
          <a:solidFill>
            <a:srgbClr val="E3F5E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58114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73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928616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bahan asing ikut dikenali. Arachis hypogaea terbaca sebagai kacang, jadi pengguna tidak perlu hafal nama Latin atau Inggrisnya.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 Berbasis 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baca teks dari foto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huruf di foto, bahasa Indonesia dan Inggris. Hanya teks di bawah judul Komposisi, Ingredients, atau Daftar bahan.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9" name="Text 7"/>
          <p:cNvSpPr/>
          <p:nvPr/>
        </p:nvSpPr>
        <p:spPr>
          <a:xfrm>
            <a:off x="358444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1.3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8444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ML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8444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buatan kami menebak jenis pantangan dari teks komposisi. Hasilnya tampil di layar, misalnya kacang 92%.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4" name="Text 12"/>
          <p:cNvSpPr/>
          <p:nvPr/>
        </p:nvSpPr>
        <p:spPr>
          <a:xfrm>
            <a:off x="65105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1052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Diajarkan  ·  sesi 2.6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1052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Models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bahasa bawaan Apple Intelligence menyusun kalimat hasilnya, misalnya “Ada kacang di komposisi ini.”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097280"/>
            <a:ext cx="2761488" cy="3931920"/>
          </a:xfrm>
          <a:prstGeom prst="roundRect">
            <a:avLst>
              <a:gd name="adj" fmla="val 3974"/>
            </a:avLst>
          </a:prstGeom>
          <a:solidFill>
            <a:srgbClr val="FFFCF8"/>
          </a:solidFill>
          <a:ln/>
        </p:spPr>
      </p:sp>
      <p:sp>
        <p:nvSpPr>
          <p:cNvPr id="19" name="Text 17"/>
          <p:cNvSpPr/>
          <p:nvPr/>
        </p:nvSpPr>
        <p:spPr>
          <a:xfrm>
            <a:off x="943660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9436608" y="1874520"/>
            <a:ext cx="2359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Side-app  ·  model di server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36608" y="2377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Dicoding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36608" y="3108960"/>
            <a:ext cx="2359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model Apple tidak tersedia, model di server Dicoding yang menyusun kalimatnya. Kalau internet mati, kalimat tetap keluar dan ada tombol Coba lagi.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Produk</a:t>
            </a:r>
            <a:endParaRPr lang="en-US" sz="3200" dirty="0"/>
          </a:p>
        </p:txBody>
      </p:sp>
      <p:pic>
        <p:nvPicPr>
          <p:cNvPr id="3" name="Image 0" descr="Happy path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48259" y="987552"/>
            <a:ext cx="2042361" cy="4434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511099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path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419659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kacang dan pemanis.</a:t>
            </a:r>
            <a:endParaRPr lang="en-US" sz="1200" dirty="0"/>
          </a:p>
        </p:txBody>
      </p:sp>
      <p:pic>
        <p:nvPicPr>
          <p:cNvPr id="6" name="Image 1" descr="Foto lagi tanpa menutup app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74667" y="987552"/>
            <a:ext cx="2042361" cy="4434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37507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lagi tanpa menutup app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846067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ditemukan garam.</a:t>
            </a:r>
            <a:endParaRPr lang="en-US" sz="1200" dirty="0"/>
          </a:p>
        </p:txBody>
      </p:sp>
      <p:pic>
        <p:nvPicPr>
          <p:cNvPr id="9" name="Image 2" descr="Unhappy path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01076" y="987552"/>
            <a:ext cx="2042361" cy="4434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63916" y="5532120"/>
            <a:ext cx="231668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path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272476" y="5779008"/>
            <a:ext cx="249956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Ditolak, bukan daftar komposisi.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Validasi Produk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75895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yang dicoba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5895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5895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8" name="Text 6"/>
          <p:cNvSpPr/>
          <p:nvPr/>
        </p:nvSpPr>
        <p:spPr>
          <a:xfrm>
            <a:off x="459943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943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9943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83880" y="1143000"/>
            <a:ext cx="36118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2" name="Text 10"/>
          <p:cNvSpPr/>
          <p:nvPr/>
        </p:nvSpPr>
        <p:spPr>
          <a:xfrm>
            <a:off x="8439912" y="1325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yang gagal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39912" y="1737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439912" y="2606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2148840"/>
          </a:xfrm>
          <a:prstGeom prst="roundRect">
            <a:avLst>
              <a:gd name="adj" fmla="val 5106"/>
            </a:avLst>
          </a:prstGeom>
          <a:solidFill>
            <a:srgbClr val="FFFCF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94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206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bahasa kadang menambah kata sendiri, misalnya “Fakta:” di depan kalimat. Karena itu kalimatnya dicek dulu, dan kalau tidak lolos, app memakai kalimat dari daftar kata.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5A3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B85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Rencana Pengembangan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11155680" cy="3291840"/>
          </a:xfrm>
          <a:prstGeom prst="roundRect">
            <a:avLst>
              <a:gd name="adj" fmla="val 3333"/>
            </a:avLst>
          </a:prstGeom>
          <a:solidFill>
            <a:srgbClr val="FFFCF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berikutnya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C19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Lengkapi daftar nama bahan.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30632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bahan dari kemasan yang salah dibaca di Validasi Produk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ditambahkan ke daftar kata, lalu kemasan yang sama dicoba lagi.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5  ·  PantangMakan  ·  Jalur Tim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PantangMakan</dc:title>
  <dc:subject>Challenge Day 3 · Jalur Tim</dc:subject>
  <dc:creator>Grup 5</dc:creator>
  <cp:lastModifiedBy>Grup 5</cp:lastModifiedBy>
  <cp:revision>1</cp:revision>
  <dcterms:created xsi:type="dcterms:W3CDTF">2026-10-17T02:18:18Z</dcterms:created>
  <dcterms:modified xsi:type="dcterms:W3CDTF">2026-10-17T02:18:18Z</dcterms:modified>
</cp:coreProperties>
</file>