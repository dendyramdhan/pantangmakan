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(model kustom PemilahKalimat dari Create ML, dan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pic>
        <p:nvPicPr>
          <p:cNvPr id="3" name="Image 0" descr="Logo ScanBite">    </p:cNvPr>
          <p:cNvPicPr>
            <a:picLocks noChangeAspect="1"/>
          </p:cNvPicPr>
          <p:nvPr/>
        </p:nvPicPr>
        <p:blipFill>
          <a:blip r:embed="rId1"/>
          <a:stretch>
            <a:fillRect/>
          </a:stretch>
        </p:blipFill>
        <p:spPr>
          <a:xfrm>
            <a:off x="777240" y="502920"/>
            <a:ext cx="914400" cy="935518"/>
          </a:xfrm>
          <a:prstGeom prst="rect">
            <a:avLst/>
          </a:prstGeom>
        </p:spPr>
      </p:pic>
      <p:sp>
        <p:nvSpPr>
          <p:cNvPr id="4" name="Text 1"/>
          <p:cNvSpPr/>
          <p:nvPr/>
        </p:nvSpPr>
        <p:spPr>
          <a:xfrm>
            <a:off x="777240" y="164592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5"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ScanBite.</a:t>
            </a:r>
            <a:endParaRPr lang="en-US" sz="6000" dirty="0"/>
          </a:p>
        </p:txBody>
      </p:sp>
      <p:sp>
        <p:nvSpPr>
          <p:cNvPr id="6" name="Text 3"/>
          <p:cNvSpPr/>
          <p:nvPr/>
        </p:nvSpPr>
        <p:spPr>
          <a:xfrm>
            <a:off x="777240" y="2971800"/>
            <a:ext cx="5943600" cy="457200"/>
          </a:xfrm>
          <a:prstGeom prst="rect">
            <a:avLst/>
          </a:prstGeom>
          <a:noFill/>
          <a:ln/>
        </p:spPr>
        <p:txBody>
          <a:bodyPr wrap="square" lIns="0" tIns="0" rIns="0" bIns="0" rtlCol="0" anchor="ctr"/>
          <a:lstStyle/>
          <a:p>
            <a:pPr indent="0" marL="0">
              <a:buNone/>
            </a:pPr>
            <a:r>
              <a:rPr lang="en-US" sz="2400" i="1" dirty="0">
                <a:solidFill>
                  <a:srgbClr val="B85A3C"/>
                </a:solidFill>
                <a:latin typeface="Georgia" pitchFamily="34" charset="0"/>
                <a:ea typeface="Georgia" pitchFamily="34" charset="-122"/>
                <a:cs typeface="Georgia" pitchFamily="34" charset="-120"/>
              </a:rPr>
              <a:t>Scan First, Eat Safer</a:t>
            </a:r>
            <a:endParaRPr lang="en-US" sz="2400" dirty="0"/>
          </a:p>
        </p:txBody>
      </p:sp>
      <p:sp>
        <p:nvSpPr>
          <p:cNvPr id="7" name="Text 4"/>
          <p:cNvSpPr/>
          <p:nvPr/>
        </p:nvSpPr>
        <p:spPr>
          <a:xfrm>
            <a:off x="777240" y="3520440"/>
            <a:ext cx="5943600" cy="548640"/>
          </a:xfrm>
          <a:prstGeom prst="rect">
            <a:avLst/>
          </a:prstGeom>
          <a:noFill/>
          <a:ln/>
        </p:spPr>
        <p:txBody>
          <a:bodyPr wrap="square" lIns="0" tIns="0" rIns="0" bIns="0" rtlCol="0" anchor="t"/>
          <a:lstStyle/>
          <a:p>
            <a:pPr indent="0" marL="0">
              <a:buNone/>
            </a:pPr>
            <a:r>
              <a:rPr lang="en-US" sz="17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1700" dirty="0"/>
          </a:p>
        </p:txBody>
      </p:sp>
      <p:sp>
        <p:nvSpPr>
          <p:cNvPr id="8" name="Text 5"/>
          <p:cNvSpPr/>
          <p:nvPr/>
        </p:nvSpPr>
        <p:spPr>
          <a:xfrm>
            <a:off x="777240" y="434340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9" name="Image 1" descr="Layar hasil ScanBite: Ada kacang dan pemanis di komposisi ini">    </p:cNvPr>
          <p:cNvPicPr>
            <a:picLocks noChangeAspect="1"/>
          </p:cNvPicPr>
          <p:nvPr/>
        </p:nvPicPr>
        <p:blipFill>
          <a:blip r:embed="rId2"/>
          <a:stretch>
            <a:fillRect/>
          </a:stretch>
        </p:blipFill>
        <p:spPr>
          <a:xfrm>
            <a:off x="8321040" y="502920"/>
            <a:ext cx="2695074" cy="5852160"/>
          </a:xfrm>
          <a:prstGeom prst="rect">
            <a:avLst/>
          </a:prstGeom>
        </p:spPr>
      </p:pic>
      <p:sp>
        <p:nvSpPr>
          <p:cNvPr id="10" name="Shape 6"/>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188357"/>
            <a:ext cx="4572000" cy="44812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  ·  Create ML</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Model kustom: PemilahKalimat</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dilatih dengan Create ML. Memilah tiap kalimat: bahan, peringatan “dapat mengandung”, atau lain. Dilatih dari 940 kalimat 206 label sungguhan, akurasi test 85,9%.</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868023"/>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kartu, KENAPA, dan isi label</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85,9% di 170 kalimat test.</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ScanBite</dc:title>
  <dc:subject>Challenge Day 3 · Jalur Tim</dc:subject>
  <dc:creator>Grup 5</dc:creator>
  <cp:lastModifiedBy>Grup 5</cp:lastModifiedBy>
  <cp:revision>1</cp:revision>
  <dcterms:created xsi:type="dcterms:W3CDTF">2026-10-17T06:20:45Z</dcterms:created>
  <dcterms:modified xsi:type="dcterms:W3CDTF">2026-10-17T06:20:45Z</dcterms:modified>
</cp:coreProperties>
</file>